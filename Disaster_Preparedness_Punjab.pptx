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36576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Preparedness and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Education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 for a Safer Tomorrow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474720" cy="508863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2560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digital platform designed to educate students about disaster preparedness across Punjab.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931920" y="457200"/>
            <a:ext cx="4754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00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videos, and interactive modules on all disaster types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31920" y="1554480"/>
            <a:ext cx="4754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7373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Focused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school and college students across Punjab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931920" y="2651760"/>
            <a:ext cx="4754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834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548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7548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emergency contacts, helplines, and protocols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931920" y="3749040"/>
            <a:ext cx="4754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9319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Quizzes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7548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knowledge with interactive quizzes and certifications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Disasters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6002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685800" cy="685800"/>
          </a:xfrm>
          <a:prstGeom prst="ellipse">
            <a:avLst/>
          </a:prstGeom>
          <a:solidFill>
            <a:srgbClr val="E8731A">
              <a:alpha val="8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283464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overflow, flash floods, urban waterlogging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1188720"/>
            <a:ext cx="16002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463040"/>
            <a:ext cx="685800" cy="685800"/>
          </a:xfrm>
          <a:prstGeom prst="ellipse">
            <a:avLst/>
          </a:prstGeom>
          <a:solidFill>
            <a:srgbClr val="E8731A">
              <a:alpha val="8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5544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103120" y="283464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activity, structural collapse, aftershocks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794760" y="1188720"/>
            <a:ext cx="16002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51960" y="1463040"/>
            <a:ext cx="685800" cy="685800"/>
          </a:xfrm>
          <a:prstGeom prst="ellipse">
            <a:avLst/>
          </a:prstGeom>
          <a:solidFill>
            <a:srgbClr val="E8731A">
              <a:alpha val="8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544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886200" y="283464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Industrial, residential, and wildfire emergencies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577840" y="1188720"/>
            <a:ext cx="16002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35040" y="1463040"/>
            <a:ext cx="685800" cy="685800"/>
          </a:xfrm>
          <a:prstGeom prst="ellipse">
            <a:avLst/>
          </a:prstGeom>
          <a:solidFill>
            <a:srgbClr val="E8731A">
              <a:alpha val="8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5544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669280" y="283464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surges, high winds, heavy rainfall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360920" y="1188720"/>
            <a:ext cx="16002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818120" y="1463040"/>
            <a:ext cx="685800" cy="685800"/>
          </a:xfrm>
          <a:prstGeom prst="ellipse">
            <a:avLst/>
          </a:prstGeom>
          <a:solidFill>
            <a:srgbClr val="E8731A">
              <a:alpha val="85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55448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Emergencies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452360" y="283464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Epidemics, heatwaves, chemical hazards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Precautions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Disaster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emergency kit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evacuation routes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important documents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first aid basics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32004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Disaster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2900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calm, follow instructions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safe location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flooded areas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others if safe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Disaster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936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injuries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damaged structures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emergency services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official updates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097280"/>
            <a:ext cx="548640" cy="54864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warning signs and official alerts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1874520"/>
            <a:ext cx="548640" cy="54864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situation and surroundings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safety protocols and evacuate if needed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first aid and help others safely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7280" y="4206240"/>
            <a:ext cx="548640" cy="54864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4160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authorities and share information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Real Incidents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78308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88720"/>
            <a:ext cx="2286000" cy="1417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0" y="1188720"/>
            <a:ext cx="73152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Floods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0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monsoon rains caused widespread flooding across multiple districts. Over 1 million people affected. Highlighted need for early warning systems and evacuation planning.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971800"/>
            <a:ext cx="73152" cy="178308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3154680"/>
            <a:ext cx="2286000" cy="1417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00400" y="3154680"/>
            <a:ext cx="73152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1"/>
          <p:cNvSpPr/>
          <p:nvPr/>
        </p:nvSpPr>
        <p:spPr>
          <a:xfrm>
            <a:off x="320040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0040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Fire, Ludhiana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200400" y="3886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fire at industrial unit caused significant damage. Rapid response by fire services contained spread. Led to stricter safety norms for industrial zones.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Learning Section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▶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Safety Drill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7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373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earthquake response for schools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280160"/>
            <a:ext cx="393192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4920" y="1600200"/>
            <a:ext cx="822960" cy="82296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▶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0807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Preparedness Guide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07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flood warnings and evacuation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337560"/>
            <a:ext cx="822960" cy="82296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▶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737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Training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7373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73736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fire extinguishers and evacuation routes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00600" y="3017520"/>
            <a:ext cx="393192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74920" y="3337560"/>
            <a:ext cx="822960" cy="82296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26" name="Text 23"/>
          <p:cNvSpPr/>
          <p:nvPr/>
        </p:nvSpPr>
        <p:spPr>
          <a:xfrm>
            <a:off x="5074920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▶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0807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Essentials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807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8076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life-saving techniques for emergencies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 &amp; Quizzes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54864"/>
          </a:xfrm>
          <a:prstGeom prst="rect">
            <a:avLst/>
          </a:prstGeom>
          <a:solidFill>
            <a:srgbClr val="E873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Quiz Question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first during an earthquake?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35661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Run outside immediately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Drop, Cover, and Hold 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3383280"/>
            <a:ext cx="35661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Stand near a window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840480"/>
            <a:ext cx="35661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Use the elevator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Features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1208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quizzes after each module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achievement badges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disaster drill competitions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discussion forums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Punjab | Disaster Preparedness &amp; Response Education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Prepared. Be Aware. Be Safe.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preparedness is not a choice — it is a responsibility.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trained today is a life saved tomorrow.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3657600"/>
            <a:ext cx="548640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State Disaster Management Authority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Helpline: 112 | NDRF: 011-24363260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www.punjab.gov.in | sdma.punjab.gov.in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Preparedness and Response Education System</dc:title>
  <dc:subject>PptxGenJS Presentation</dc:subject>
  <dc:creator>Government of Punjab</dc:creator>
  <cp:lastModifiedBy>Government of Punjab</cp:lastModifiedBy>
  <cp:revision>1</cp:revision>
  <dcterms:created xsi:type="dcterms:W3CDTF">2026-04-08T08:47:28Z</dcterms:created>
  <dcterms:modified xsi:type="dcterms:W3CDTF">2026-04-08T08:47:28Z</dcterms:modified>
</cp:coreProperties>
</file>